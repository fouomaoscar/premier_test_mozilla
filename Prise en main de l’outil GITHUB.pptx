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619FF-83D2-4691-996C-E0B68322A163}" type="datetimeFigureOut">
              <a:rPr lang="fr-FR" smtClean="0"/>
              <a:t>29/03/2017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465FA-DE14-48C7-AE0B-ECD2FF915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07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465FA-DE14-48C7-AE0B-ECD2FF915D8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397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1E19913-431F-44B2-8666-BE9F3D79B21D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D491-E2E5-4AB6-B24F-7B18F44A73DE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CBF2-5A03-4623-9BAA-0CF38C6BB50F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414-45C1-4C53-9C98-9F28EECCE591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97F-7DE9-4BF6-B529-9255E13D2705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7219F-0EFE-4659-89B1-463EFDFE8346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542F-FD15-4C23-9C58-762E7CBB6ED9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75C94-70FC-4AD0-8CBE-7B1D8F38B885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13A1-107B-4FB9-8065-D0590D79BEE0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C67F-AA7D-473D-BF2F-9832B12E3F00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6DDF-5818-4452-A1A5-AD79BA9CD039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F958-9B94-4664-9031-A910E8B3F2FA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B4B60-107A-443C-98E7-6D94A55CC11B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5F28-BEA6-487D-BDFB-23E42E5D75FD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60164-408F-4945-99BE-B3403A8AEF59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C3B99A6-F884-48FE-8C51-5D065BF65B5C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0087CC8-712E-4E8E-BC5F-BE29F81B78D5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C784BB8-DC50-4F8E-8834-20B34D865CF8}" type="datetime1">
              <a:rPr lang="en-US" smtClean="0"/>
              <a:t>3/29/2017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54955" y="876240"/>
            <a:ext cx="8825658" cy="2677648"/>
          </a:xfrm>
        </p:spPr>
        <p:txBody>
          <a:bodyPr/>
          <a:lstStyle/>
          <a:p>
            <a:pPr algn="ctr"/>
            <a:r>
              <a:rPr lang="fr-FR" dirty="0" smtClean="0"/>
              <a:t>Prise en main de l’outil GITHUB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8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Au Menu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Présentation de la techno</a:t>
            </a:r>
          </a:p>
          <a:p>
            <a:r>
              <a:rPr lang="fr-FR" sz="3200" dirty="0" smtClean="0"/>
              <a:t>Utilité de la techno</a:t>
            </a:r>
          </a:p>
          <a:p>
            <a:r>
              <a:rPr lang="fr-FR" sz="3200" dirty="0" smtClean="0"/>
              <a:t>Installation des outils</a:t>
            </a:r>
          </a:p>
          <a:p>
            <a:r>
              <a:rPr lang="fr-FR" sz="3200" dirty="0" smtClean="0"/>
              <a:t>Prise en main de l’outil graphique online</a:t>
            </a:r>
          </a:p>
          <a:p>
            <a:endParaRPr lang="fr-FR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0549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de la techno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C’est un logiciel de gestion de version </a:t>
            </a:r>
            <a:r>
              <a:rPr lang="fr-FR" dirty="0" smtClean="0"/>
              <a:t>centralise.</a:t>
            </a:r>
            <a:endParaRPr lang="fr-FR" dirty="0" smtClean="0"/>
          </a:p>
          <a:p>
            <a:r>
              <a:rPr lang="fr-FR" dirty="0" smtClean="0"/>
              <a:t>Cree par Linus </a:t>
            </a:r>
            <a:r>
              <a:rPr lang="fr-FR" dirty="0" err="1" smtClean="0"/>
              <a:t>Torvalds</a:t>
            </a:r>
            <a:r>
              <a:rPr lang="fr-FR" dirty="0" smtClean="0"/>
              <a:t>( </a:t>
            </a:r>
            <a:r>
              <a:rPr lang="fr-FR" dirty="0" smtClean="0"/>
              <a:t>auteur de noyau </a:t>
            </a:r>
            <a:r>
              <a:rPr lang="fr-FR" dirty="0" smtClean="0"/>
              <a:t>Linux) en </a:t>
            </a:r>
            <a:r>
              <a:rPr lang="fr-FR" dirty="0" err="1" smtClean="0"/>
              <a:t>ruby</a:t>
            </a:r>
            <a:r>
              <a:rPr lang="fr-FR" dirty="0" smtClean="0"/>
              <a:t> lance le 10 avril </a:t>
            </a:r>
            <a:r>
              <a:rPr lang="fr-FR" dirty="0"/>
              <a:t> </a:t>
            </a:r>
            <a:r>
              <a:rPr lang="fr-FR" dirty="0" smtClean="0"/>
              <a:t>2008.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59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Utilité de la techno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4954" y="2266682"/>
            <a:ext cx="8825659" cy="3753118"/>
          </a:xfrm>
        </p:spPr>
        <p:txBody>
          <a:bodyPr>
            <a:normAutofit/>
          </a:bodyPr>
          <a:lstStyle/>
          <a:p>
            <a:r>
              <a:rPr lang="fr-FR" dirty="0" smtClean="0"/>
              <a:t>Pour </a:t>
            </a:r>
            <a:r>
              <a:rPr lang="fr-FR" dirty="0" err="1" smtClean="0"/>
              <a:t>evite</a:t>
            </a:r>
            <a:r>
              <a:rPr lang="fr-FR" dirty="0" smtClean="0"/>
              <a:t> ce genre de </a:t>
            </a:r>
            <a:r>
              <a:rPr lang="fr-FR" dirty="0" err="1" smtClean="0"/>
              <a:t>cituation</a:t>
            </a:r>
            <a:endParaRPr lang="fr-FR" dirty="0" smtClean="0"/>
          </a:p>
          <a:p>
            <a:r>
              <a:rPr lang="fr-FR" dirty="0" smtClean="0"/>
              <a:t>« </a:t>
            </a:r>
            <a:r>
              <a:rPr lang="fr-FR" dirty="0"/>
              <a:t>Qui a modifié le fichier X, il marchait bien avant et maintenant il provoque des bugs ! » </a:t>
            </a:r>
            <a:r>
              <a:rPr lang="fr-FR" dirty="0" smtClean="0"/>
              <a:t>;</a:t>
            </a:r>
          </a:p>
          <a:p>
            <a:r>
              <a:rPr lang="fr-FR" dirty="0" smtClean="0"/>
              <a:t>« Qui a ajouté cette ligne de code dans ce fichier ? Elle ne sert à rien ! » ;</a:t>
            </a:r>
            <a:endParaRPr lang="fr-FR" dirty="0"/>
          </a:p>
          <a:p>
            <a:r>
              <a:rPr lang="fr-FR" dirty="0" smtClean="0"/>
              <a:t>« </a:t>
            </a:r>
            <a:r>
              <a:rPr lang="fr-FR" dirty="0"/>
              <a:t>À quoi servent ces nouveaux fichiers et qui les a ajoutés au code du projet ? » ;</a:t>
            </a:r>
          </a:p>
          <a:p>
            <a:r>
              <a:rPr lang="fr-FR" dirty="0" smtClean="0"/>
              <a:t>« Quelles modifications avions-nous faites pour résoudre le bug de la page qui se ferme toute seule </a:t>
            </a:r>
            <a:r>
              <a:rPr lang="fr-FR" dirty="0" smtClean="0"/>
              <a:t>? ».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4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Utilité de la techno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4954" y="2266682"/>
            <a:ext cx="8825659" cy="3753118"/>
          </a:xfrm>
        </p:spPr>
        <p:txBody>
          <a:bodyPr>
            <a:normAutofit/>
          </a:bodyPr>
          <a:lstStyle/>
          <a:p>
            <a:r>
              <a:rPr lang="fr-FR" dirty="0" smtClean="0"/>
              <a:t>Aussi il permet de,</a:t>
            </a:r>
            <a:endParaRPr lang="fr-FR" dirty="0"/>
          </a:p>
          <a:p>
            <a:r>
              <a:rPr lang="fr-FR" b="1" dirty="0"/>
              <a:t>suivre l’évolution d’un code source</a:t>
            </a:r>
            <a:r>
              <a:rPr lang="fr-FR" dirty="0"/>
              <a:t>, pour retenir les modifications effectuées sur chaque fichier et être ainsi capable </a:t>
            </a:r>
            <a:r>
              <a:rPr lang="fr-FR" dirty="0" smtClean="0"/>
              <a:t>de revenir</a:t>
            </a:r>
            <a:r>
              <a:rPr lang="fr-FR" i="1" dirty="0" smtClean="0"/>
              <a:t> </a:t>
            </a:r>
            <a:r>
              <a:rPr lang="fr-FR" dirty="0"/>
              <a:t>en arrière en cas de problème </a:t>
            </a:r>
            <a:r>
              <a:rPr lang="fr-FR" dirty="0" smtClean="0"/>
              <a:t>;</a:t>
            </a:r>
            <a:endParaRPr lang="fr-FR" dirty="0"/>
          </a:p>
          <a:p>
            <a:r>
              <a:rPr lang="fr-FR" b="1" dirty="0" smtClean="0"/>
              <a:t>travailler </a:t>
            </a:r>
            <a:r>
              <a:rPr lang="fr-FR" b="1" dirty="0"/>
              <a:t>à plusieurs</a:t>
            </a:r>
            <a:r>
              <a:rPr lang="fr-FR" dirty="0"/>
              <a:t>, sans risquer de se marcher sur les pieds</a:t>
            </a:r>
            <a:r>
              <a:rPr lang="fr-FR" dirty="0" smtClean="0"/>
              <a:t>.// </a:t>
            </a:r>
            <a:r>
              <a:rPr lang="fr-FR" dirty="0"/>
              <a:t>Si deux personnes modifient un même fichier en même temps, leurs modifications doivent pouvoir être fusionnées sans perte d’information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0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des outils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Installation de </a:t>
            </a:r>
            <a:r>
              <a:rPr lang="fr-FR" dirty="0" smtClean="0"/>
              <a:t>Git-2.12.1-64-bit.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3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Prise en main de l’outil </a:t>
            </a:r>
            <a:r>
              <a:rPr lang="fr-FR" dirty="0" smtClean="0"/>
              <a:t>graphique online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Aller </a:t>
            </a:r>
            <a:r>
              <a:rPr lang="fr-FR" dirty="0"/>
              <a:t>sur </a:t>
            </a:r>
            <a:r>
              <a:rPr lang="fr-FR" dirty="0">
                <a:hlinkClick r:id="rId2"/>
              </a:rPr>
              <a:t>https://github.com</a:t>
            </a:r>
            <a:r>
              <a:rPr lang="fr-FR" dirty="0" smtClean="0">
                <a:hlinkClick r:id="rId2"/>
              </a:rPr>
              <a:t>/</a:t>
            </a:r>
            <a:r>
              <a:rPr lang="fr-FR" dirty="0" smtClean="0"/>
              <a:t> et clique sur </a:t>
            </a:r>
            <a:r>
              <a:rPr lang="fr-FR" dirty="0" err="1" smtClean="0"/>
              <a:t>sign</a:t>
            </a:r>
            <a:r>
              <a:rPr lang="fr-FR" dirty="0" smtClean="0"/>
              <a:t> up.</a:t>
            </a:r>
          </a:p>
          <a:p>
            <a:r>
              <a:rPr lang="fr-FR" dirty="0" smtClean="0"/>
              <a:t>Cree un compte</a:t>
            </a:r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43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rection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291</TotalTime>
  <Words>251</Words>
  <Application>Microsoft Office PowerPoint</Application>
  <PresentationFormat>Grand écran</PresentationFormat>
  <Paragraphs>32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Direction Ion</vt:lpstr>
      <vt:lpstr>Prise en main de l’outil GITHUB</vt:lpstr>
      <vt:lpstr>Au Menu</vt:lpstr>
      <vt:lpstr>Présentation de la techno </vt:lpstr>
      <vt:lpstr>Utilité de la techno </vt:lpstr>
      <vt:lpstr>Utilité de la techno </vt:lpstr>
      <vt:lpstr>Installation des outils </vt:lpstr>
      <vt:lpstr>Prise en main de l’outil graphique online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Prise en main de l’outil GITHUB</dc:title>
  <dc:creator>philippe</dc:creator>
  <cp:lastModifiedBy>philippe</cp:lastModifiedBy>
  <cp:revision>16</cp:revision>
  <dcterms:created xsi:type="dcterms:W3CDTF">2017-03-23T14:01:18Z</dcterms:created>
  <dcterms:modified xsi:type="dcterms:W3CDTF">2017-03-29T04:39:11Z</dcterms:modified>
</cp:coreProperties>
</file>