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id.atlassian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Tree: installation sur windows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03312" y="2052918"/>
            <a:ext cx="9820061" cy="4195481"/>
          </a:xfrm>
        </p:spPr>
        <p:txBody>
          <a:bodyPr/>
          <a:lstStyle/>
          <a:p>
            <a:r>
              <a:rPr lang="fr-FR" dirty="0"/>
              <a:t>Pour commencer </a:t>
            </a:r>
            <a:r>
              <a:rPr lang="fr-FR" dirty="0" err="1"/>
              <a:t>creer</a:t>
            </a:r>
            <a:r>
              <a:rPr lang="fr-FR" dirty="0"/>
              <a:t> un compte sur </a:t>
            </a:r>
            <a:r>
              <a:rPr lang="fr-FR" dirty="0">
                <a:hlinkClick r:id="rId2"/>
              </a:rPr>
              <a:t>https://id.atlassian.com</a:t>
            </a:r>
            <a:r>
              <a:rPr lang="fr-FR" dirty="0"/>
              <a:t> </a:t>
            </a:r>
          </a:p>
          <a:p>
            <a:r>
              <a:rPr lang="fr-FR" dirty="0" err="1"/>
              <a:t>Telecharger</a:t>
            </a:r>
            <a:r>
              <a:rPr lang="fr-FR" dirty="0"/>
              <a:t> </a:t>
            </a:r>
            <a:r>
              <a:rPr lang="fr-FR" dirty="0" err="1"/>
              <a:t>sourceTree</a:t>
            </a:r>
            <a:r>
              <a:rPr lang="fr-FR" dirty="0"/>
              <a:t> sur le </a:t>
            </a:r>
            <a:r>
              <a:rPr lang="fr-FR" dirty="0" err="1"/>
              <a:t>meme</a:t>
            </a:r>
            <a:r>
              <a:rPr lang="fr-FR" dirty="0"/>
              <a:t> site </a:t>
            </a:r>
          </a:p>
          <a:p>
            <a:r>
              <a:rPr lang="fr-FR" dirty="0" err="1"/>
              <a:t>Proceder</a:t>
            </a:r>
            <a:r>
              <a:rPr lang="fr-FR" dirty="0"/>
              <a:t> a l’installation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2" y="3447535"/>
            <a:ext cx="4303112" cy="242192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676" y="3447535"/>
            <a:ext cx="4577534" cy="2509193"/>
          </a:xfrm>
          <a:prstGeom prst="rect">
            <a:avLst/>
          </a:prstGeom>
        </p:spPr>
      </p:pic>
      <p:pic>
        <p:nvPicPr>
          <p:cNvPr id="6" name="Espace réservé du contenu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756" y="686258"/>
            <a:ext cx="17526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0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Depot</a:t>
            </a:r>
            <a:r>
              <a:rPr lang="fr-FR" dirty="0"/>
              <a:t> dans </a:t>
            </a:r>
            <a:r>
              <a:rPr lang="fr-FR" dirty="0" err="1"/>
              <a:t>SourceTree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Ajout</a:t>
            </a:r>
            <a:r>
              <a:rPr lang="en-US" dirty="0"/>
              <a:t> d’un depot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Espace réservé du contenu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483644"/>
            <a:ext cx="7610475" cy="3333750"/>
          </a:xfrm>
          <a:prstGeom prst="rect">
            <a:avLst/>
          </a:prstGeom>
        </p:spPr>
      </p:pic>
      <p:pic>
        <p:nvPicPr>
          <p:cNvPr id="7" name="Espace réservé du contenu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679" y="452718"/>
            <a:ext cx="17526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84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Gestion</a:t>
            </a:r>
            <a:r>
              <a:rPr lang="en-US" dirty="0"/>
              <a:t> des depot et </a:t>
            </a:r>
            <a:r>
              <a:rPr lang="en-US" dirty="0" err="1"/>
              <a:t>branche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940011"/>
            <a:ext cx="9226937" cy="4308389"/>
          </a:xfrm>
        </p:spPr>
      </p:pic>
      <p:pic>
        <p:nvPicPr>
          <p:cNvPr id="5" name="Espace réservé du contenu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464" y="686258"/>
            <a:ext cx="17526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84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Effectuer</a:t>
            </a:r>
            <a:r>
              <a:rPr lang="en-US" dirty="0"/>
              <a:t> un commit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001" y="2052638"/>
            <a:ext cx="4131774" cy="4195762"/>
          </a:xfrm>
        </p:spPr>
      </p:pic>
      <p:pic>
        <p:nvPicPr>
          <p:cNvPr id="5" name="Espace réservé du contenu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34" y="452718"/>
            <a:ext cx="17526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5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Consulter </a:t>
            </a:r>
            <a:r>
              <a:rPr lang="en-US" dirty="0" err="1"/>
              <a:t>l’historique</a:t>
            </a:r>
            <a:r>
              <a:rPr lang="en-US" dirty="0"/>
              <a:t>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017" y="1729946"/>
            <a:ext cx="8180172" cy="4518454"/>
          </a:xfrm>
        </p:spPr>
      </p:pic>
      <p:pic>
        <p:nvPicPr>
          <p:cNvPr id="5" name="Espace réservé du contenu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34" y="686258"/>
            <a:ext cx="17526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05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de la </a:t>
            </a:r>
            <a:r>
              <a:rPr lang="en-US" dirty="0" err="1"/>
              <a:t>cle</a:t>
            </a:r>
            <a:r>
              <a:rPr lang="en-US" dirty="0"/>
              <a:t> SSH sur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première des choses consiste a généré la clé </a:t>
            </a:r>
            <a:r>
              <a:rPr lang="fr-FR" dirty="0" err="1"/>
              <a:t>ssh</a:t>
            </a:r>
            <a:r>
              <a:rPr lang="fr-FR" dirty="0"/>
              <a:t> par le logiciel </a:t>
            </a:r>
            <a:r>
              <a:rPr lang="fr-FR" dirty="0" err="1"/>
              <a:t>puttyGen</a:t>
            </a:r>
            <a:r>
              <a:rPr lang="fr-FR" dirty="0"/>
              <a:t>, ou directement en la téléchargeant via l’invite de commandes</a:t>
            </a:r>
          </a:p>
          <a:p>
            <a:r>
              <a:rPr lang="fr-FR" dirty="0"/>
              <a:t>Ensuite l’</a:t>
            </a:r>
            <a:r>
              <a:rPr lang="fr-FR" dirty="0" err="1"/>
              <a:t>integrer</a:t>
            </a:r>
            <a:r>
              <a:rPr lang="fr-FR" dirty="0"/>
              <a:t> toujours en ligne sur GitHub </a:t>
            </a:r>
          </a:p>
        </p:txBody>
      </p:sp>
    </p:spTree>
    <p:extLst>
      <p:ext uri="{BB962C8B-B14F-4D97-AF65-F5344CB8AC3E}">
        <p14:creationId xmlns:p14="http://schemas.microsoft.com/office/powerpoint/2010/main" val="679054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utilisant</a:t>
            </a:r>
            <a:r>
              <a:rPr lang="en-US" dirty="0"/>
              <a:t> </a:t>
            </a:r>
            <a:r>
              <a:rPr lang="en-US" dirty="0" err="1"/>
              <a:t>puttygen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475" y="1978498"/>
            <a:ext cx="4285799" cy="4195762"/>
          </a:xfr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877" y="1978498"/>
            <a:ext cx="4524375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353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 la </a:t>
            </a:r>
            <a:r>
              <a:rPr lang="fr-FR" dirty="0" err="1"/>
              <a:t>telechargeant</a:t>
            </a:r>
            <a:r>
              <a:rPr lang="fr-FR" dirty="0"/>
              <a:t> depuis l’invite de commande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37" y="1853248"/>
            <a:ext cx="4866614" cy="4416900"/>
          </a:xfr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822" y="1632109"/>
            <a:ext cx="5798486" cy="463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34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</a:t>
            </a:r>
            <a:r>
              <a:rPr lang="en-US" dirty="0" err="1"/>
              <a:t>dans</a:t>
            </a:r>
            <a:r>
              <a:rPr lang="en-US" dirty="0"/>
              <a:t> </a:t>
            </a:r>
            <a:r>
              <a:rPr lang="en-US" dirty="0" err="1"/>
              <a:t>github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097" y="1359243"/>
            <a:ext cx="8303741" cy="4889157"/>
          </a:xfrm>
        </p:spPr>
      </p:pic>
    </p:spTree>
    <p:extLst>
      <p:ext uri="{BB962C8B-B14F-4D97-AF65-F5344CB8AC3E}">
        <p14:creationId xmlns:p14="http://schemas.microsoft.com/office/powerpoint/2010/main" val="3690012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UNGIT: INSTALLATION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Avant </a:t>
            </a:r>
            <a:r>
              <a:rPr lang="en-US" dirty="0" err="1"/>
              <a:t>d’installer</a:t>
            </a:r>
            <a:r>
              <a:rPr lang="en-US" dirty="0"/>
              <a:t> </a:t>
            </a:r>
            <a:r>
              <a:rPr lang="en-US" dirty="0" err="1"/>
              <a:t>ungit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faut</a:t>
            </a:r>
            <a:r>
              <a:rPr lang="en-US" dirty="0"/>
              <a:t> au </a:t>
            </a:r>
            <a:r>
              <a:rPr lang="en-US" dirty="0" err="1"/>
              <a:t>prealable</a:t>
            </a:r>
            <a:r>
              <a:rPr lang="en-US" dirty="0"/>
              <a:t> </a:t>
            </a:r>
            <a:r>
              <a:rPr lang="en-US" dirty="0" err="1"/>
              <a:t>avoir</a:t>
            </a:r>
            <a:r>
              <a:rPr lang="en-US" dirty="0"/>
              <a:t> installer </a:t>
            </a:r>
            <a:r>
              <a:rPr lang="en-US" dirty="0" err="1"/>
              <a:t>git</a:t>
            </a:r>
            <a:r>
              <a:rPr lang="en-US" dirty="0"/>
              <a:t> et </a:t>
            </a:r>
            <a:r>
              <a:rPr lang="en-US" dirty="0" err="1"/>
              <a:t>nodeJS</a:t>
            </a:r>
            <a:endParaRPr lang="en-US" dirty="0"/>
          </a:p>
          <a:p>
            <a:r>
              <a:rPr lang="en-US" dirty="0" err="1"/>
              <a:t>Commande</a:t>
            </a:r>
            <a:r>
              <a:rPr lang="en-US" dirty="0"/>
              <a:t> </a:t>
            </a:r>
            <a:r>
              <a:rPr lang="en-US" dirty="0" err="1"/>
              <a:t>d’installation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invite de </a:t>
            </a:r>
            <a:r>
              <a:rPr lang="en-US" dirty="0" err="1"/>
              <a:t>commande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b="1" dirty="0" err="1">
                <a:latin typeface="Baskerville Old Face" panose="02020602080505020303" pitchFamily="18" charset="0"/>
              </a:rPr>
              <a:t>npm</a:t>
            </a:r>
            <a:r>
              <a:rPr lang="en-US" b="1" dirty="0">
                <a:latin typeface="Baskerville Old Face" panose="02020602080505020303" pitchFamily="18" charset="0"/>
              </a:rPr>
              <a:t> install –g </a:t>
            </a:r>
            <a:r>
              <a:rPr lang="en-US" b="1" dirty="0" err="1">
                <a:latin typeface="Baskerville Old Face" panose="02020602080505020303" pitchFamily="18" charset="0"/>
              </a:rPr>
              <a:t>ungit</a:t>
            </a:r>
            <a:endParaRPr lang="en-US" b="1" dirty="0">
              <a:latin typeface="Baskerville Old Face" panose="02020602080505020303" pitchFamily="18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2" y="3628638"/>
            <a:ext cx="923925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72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de </a:t>
            </a:r>
            <a:r>
              <a:rPr lang="en-US" dirty="0" err="1"/>
              <a:t>ungit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Entrer</a:t>
            </a:r>
            <a:r>
              <a:rPr lang="en-US" dirty="0"/>
              <a:t> la </a:t>
            </a:r>
            <a:r>
              <a:rPr lang="en-US" dirty="0" err="1"/>
              <a:t>commande</a:t>
            </a:r>
            <a:r>
              <a:rPr lang="en-US" dirty="0"/>
              <a:t>: </a:t>
            </a:r>
            <a:r>
              <a:rPr lang="en-US" b="1" dirty="0" err="1">
                <a:latin typeface="Baskerville Old Face" panose="02020602080505020303" pitchFamily="18" charset="0"/>
              </a:rPr>
              <a:t>ungit</a:t>
            </a:r>
            <a:r>
              <a:rPr lang="en-US" dirty="0"/>
              <a:t> </a:t>
            </a:r>
            <a:r>
              <a:rPr lang="en-US" dirty="0" err="1"/>
              <a:t>dans</a:t>
            </a:r>
            <a:r>
              <a:rPr lang="en-US" dirty="0"/>
              <a:t> </a:t>
            </a:r>
            <a:r>
              <a:rPr lang="en-US" dirty="0" err="1"/>
              <a:t>l’invite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39" y="3532873"/>
            <a:ext cx="3929448" cy="157162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011" y="2397210"/>
            <a:ext cx="7642782" cy="433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29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Exemple</a:t>
            </a:r>
            <a:r>
              <a:rPr lang="en-US" dirty="0"/>
              <a:t> avec Lorem Ipsum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985" y="2052638"/>
            <a:ext cx="7943805" cy="4195762"/>
          </a:xfrm>
        </p:spPr>
      </p:pic>
    </p:spTree>
    <p:extLst>
      <p:ext uri="{BB962C8B-B14F-4D97-AF65-F5344CB8AC3E}">
        <p14:creationId xmlns:p14="http://schemas.microsoft.com/office/powerpoint/2010/main" val="877841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Exemple</a:t>
            </a:r>
            <a:r>
              <a:rPr lang="en-US" dirty="0"/>
              <a:t> avec Lorem Ipsum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944" y="2052638"/>
            <a:ext cx="8031887" cy="4195762"/>
          </a:xfrm>
        </p:spPr>
      </p:pic>
    </p:spTree>
    <p:extLst>
      <p:ext uri="{BB962C8B-B14F-4D97-AF65-F5344CB8AC3E}">
        <p14:creationId xmlns:p14="http://schemas.microsoft.com/office/powerpoint/2010/main" val="3515051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Exemple</a:t>
            </a:r>
            <a:r>
              <a:rPr lang="en-US"/>
              <a:t> avec Lorem Ipsum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289" y="2052638"/>
            <a:ext cx="8425197" cy="4195762"/>
          </a:xfrm>
        </p:spPr>
      </p:pic>
    </p:spTree>
    <p:extLst>
      <p:ext uri="{BB962C8B-B14F-4D97-AF65-F5344CB8AC3E}">
        <p14:creationId xmlns:p14="http://schemas.microsoft.com/office/powerpoint/2010/main" val="30516209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333</TotalTime>
  <Words>144</Words>
  <Application>Microsoft Office PowerPoint</Application>
  <PresentationFormat>Grand écran</PresentationFormat>
  <Paragraphs>24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Baskerville Old Face</vt:lpstr>
      <vt:lpstr>Century Gothic</vt:lpstr>
      <vt:lpstr>Wingdings 3</vt:lpstr>
      <vt:lpstr>Ion</vt:lpstr>
      <vt:lpstr>Source Tree: installation sur windows </vt:lpstr>
      <vt:lpstr>Depot dans SourceTree</vt:lpstr>
      <vt:lpstr>Gestion des depot et branche</vt:lpstr>
      <vt:lpstr>Effectuer un commit </vt:lpstr>
      <vt:lpstr>Consulter l’historique </vt:lpstr>
      <vt:lpstr>Installation de la cle SSH sur github</vt:lpstr>
      <vt:lpstr>En utilisant puttygen</vt:lpstr>
      <vt:lpstr>En la telechargeant depuis l’invite de commande</vt:lpstr>
      <vt:lpstr>Integration dans github</vt:lpstr>
      <vt:lpstr>UNGIT: INSTALLATION</vt:lpstr>
      <vt:lpstr>Execution de ungit</vt:lpstr>
      <vt:lpstr>Exemple avec Lorem Ipsum</vt:lpstr>
      <vt:lpstr>Exemple avec Lorem Ipsum</vt:lpstr>
      <vt:lpstr>Exemple avec Lorem Ipsum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DE UNGIT</dc:title>
  <dc:creator>OSCARSPIRIT</dc:creator>
  <cp:lastModifiedBy>OSCARSPIRIT</cp:lastModifiedBy>
  <cp:revision>9</cp:revision>
  <dcterms:created xsi:type="dcterms:W3CDTF">2017-04-01T02:09:16Z</dcterms:created>
  <dcterms:modified xsi:type="dcterms:W3CDTF">2017-04-15T03:18:10Z</dcterms:modified>
</cp:coreProperties>
</file>